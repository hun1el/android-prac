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7" r:id="rId4"/>
    <p:sldId id="266" r:id="rId5"/>
    <p:sldId id="262" r:id="rId6"/>
    <p:sldId id="268" r:id="rId7"/>
    <p:sldId id="260" r:id="rId8"/>
    <p:sldId id="257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4610" autoAdjust="0"/>
  </p:normalViewPr>
  <p:slideViewPr>
    <p:cSldViewPr snapToGrid="0" snapToObjects="1">
      <p:cViewPr varScale="1">
        <p:scale>
          <a:sx n="155" d="100"/>
          <a:sy n="155" d="100"/>
        </p:scale>
        <p:origin x="-354" y="-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665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0753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045" y="1466999"/>
            <a:ext cx="230576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ShoeShop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25757" y="2167979"/>
            <a:ext cx="28924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реализация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0179" y="2792760"/>
            <a:ext cx="30234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Compose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Supabase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51497" y="4826302"/>
            <a:ext cx="1640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разработчиков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2025</a:t>
            </a:r>
            <a:endParaRPr lang="en-US" sz="10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xmlns="" id="{429A3AF3-B8BE-4181-B6DD-9E4EF35D069D}"/>
              </a:ext>
            </a:extLst>
          </p:cNvPr>
          <p:cNvSpPr/>
          <p:nvPr/>
        </p:nvSpPr>
        <p:spPr>
          <a:xfrm>
            <a:off x="2975997" y="3678686"/>
            <a:ext cx="3191855" cy="25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ru-RU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Разработчик: Солоников Антон Сергеевич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xmlns="" id="{67D790D1-5EA3-41B8-8023-F4024C430340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bg1"/>
                </a:solidFill>
              </a:rPr>
              <a:t>О проекте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4" name="Text 5"/>
          <p:cNvSpPr/>
          <p:nvPr/>
        </p:nvSpPr>
        <p:spPr>
          <a:xfrm>
            <a:off x="815487" y="1405352"/>
            <a:ext cx="7009077" cy="2491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540000" algn="just">
              <a:lnSpc>
                <a:spcPct val="150000"/>
              </a:lnSpc>
            </a:pPr>
            <a:r>
              <a:rPr lang="en-US" sz="1600" b="1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ShoeStore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Android-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</a:t>
            </a:r>
            <a:r>
              <a:rPr lang="ru-RU" sz="16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маркетплейса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брендовой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обуви. Приложение реализовано с помощью современного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Android-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стека, ориентировано на работу с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API, UI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архитектурным разделением слоём.</a:t>
            </a:r>
          </a:p>
          <a:p>
            <a:pPr indent="540000" algn="just">
              <a:lnSpc>
                <a:spcPct val="150000"/>
              </a:lnSpc>
            </a:pP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Основной фокус при реализации был на корректную организацию кода,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UI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и взаимодействие с серверной частью (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API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)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xmlns="" id="{67D790D1-5EA3-41B8-8023-F4024C430340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bg1"/>
                </a:solidFill>
              </a:rPr>
              <a:t>Архитектурный подход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4" name="Text 5"/>
          <p:cNvSpPr/>
          <p:nvPr/>
        </p:nvSpPr>
        <p:spPr>
          <a:xfrm>
            <a:off x="815487" y="1405352"/>
            <a:ext cx="7009077" cy="2491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540000" algn="just">
              <a:lnSpc>
                <a:spcPct val="150000"/>
              </a:lnSpc>
            </a:pP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разработке приложения использовался архитектурный подход (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 обусловлен его совместимостью с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рекомендациями по разработке.</a:t>
            </a:r>
          </a:p>
          <a:p>
            <a:pPr indent="540000" algn="just">
              <a:lnSpc>
                <a:spcPct val="150000"/>
              </a:lnSpc>
            </a:pP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позволяет:</a:t>
            </a:r>
          </a:p>
          <a:p>
            <a:pPr lvl="2" indent="5400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изолировать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логики приложения;</a:t>
            </a:r>
          </a:p>
          <a:p>
            <a:pPr lvl="2" indent="5400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централизовать управление;</a:t>
            </a:r>
          </a:p>
          <a:p>
            <a:pPr lvl="2" indent="5400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Упростить разработку и сопровождение приложения.</a:t>
            </a:r>
            <a:endParaRPr lang="ru-RU" sz="160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1363861"/>
            <a:ext cx="2260550" cy="3156984"/>
          </a:xfrm>
          <a:prstGeom prst="roundRect">
            <a:avLst>
              <a:gd name="adj" fmla="val 32360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41650" y="1363861"/>
            <a:ext cx="2260550" cy="3156984"/>
          </a:xfrm>
          <a:prstGeom prst="roundRect">
            <a:avLst>
              <a:gd name="adj" fmla="val 32360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59401" y="1363861"/>
            <a:ext cx="2260550" cy="3156984"/>
          </a:xfrm>
          <a:prstGeom prst="roundRect">
            <a:avLst>
              <a:gd name="adj" fmla="val 32360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550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b="1" dirty="0" err="1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слой</a:t>
            </a:r>
            <a:endParaRPr lang="en-US" sz="1600" b="1" dirty="0">
              <a:solidFill>
                <a:srgbClr val="00B0F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92905" y="1939081"/>
            <a:ext cx="2110155" cy="198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</a:t>
            </a:r>
            <a:r>
              <a:rPr lang="ru-RU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создания интерфейсов)</a:t>
            </a: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Sceens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(отдельные экраны приложения)</a:t>
            </a: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(Управляет данными экрана и логикой)</a:t>
            </a: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(Хранение и передача состояния данных)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(компоненты для удобства разработки)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(перемещения между экранами)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89300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слой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91345" y="1939082"/>
            <a:ext cx="2148522" cy="1833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RetrofitInstance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Сетевой клиент для общения с сервером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ru-RU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(Логика - запросы)</a:t>
            </a: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(работа с данными заказа)</a:t>
            </a: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(навигация в приложении)</a:t>
            </a:r>
          </a:p>
          <a:p>
            <a:pPr marL="0" indent="0">
              <a:lnSpc>
                <a:spcPts val="1428"/>
              </a:lnSpc>
              <a:buNone/>
            </a:pPr>
            <a:endParaRPr lang="ru-RU" sz="102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428"/>
              </a:lnSpc>
              <a:buNone/>
            </a:pP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407051" y="1611511"/>
            <a:ext cx="18005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слой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5361" y="1939082"/>
            <a:ext cx="2135733" cy="2089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(Модели данных, которые не зависят от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Ui, data class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хранение локальных настроек пользователя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ru-RU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Response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 (</a:t>
            </a:r>
            <a:r>
              <a:rPr lang="ru-RU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обработка ответа сервера на регистрацию нового пользователя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xmlns="" id="{67D790D1-5EA3-41B8-8023-F4024C430340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bg1"/>
                </a:solidFill>
              </a:rPr>
              <a:t>Реализация </a:t>
            </a:r>
            <a:r>
              <a:rPr lang="en-US" sz="4000" dirty="0" smtClean="0">
                <a:solidFill>
                  <a:schemeClr val="bg1"/>
                </a:solidFill>
              </a:rPr>
              <a:t>MVVM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319510"/>
            <a:ext cx="793756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1600" b="1" dirty="0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r>
              <a:rPr lang="en-US" sz="1600" b="1" dirty="0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490068"/>
            <a:ext cx="7629525" cy="96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screen/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Home, Profile,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т.д.</a:t>
            </a:r>
            <a:endParaRPr lang="en-US" sz="12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ProfileViewModel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CatalogViewModel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т.д.</a:t>
            </a:r>
            <a:endParaRPr lang="en-US" sz="12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AppButton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ProductCard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MessageDialog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т.д.</a:t>
            </a:r>
            <a:endParaRPr lang="en-US" sz="12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theme/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цвета,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типографи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454623"/>
            <a:ext cx="793756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1600" b="1" dirty="0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r>
              <a:rPr lang="ru-RU" sz="1600" b="1" dirty="0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86051"/>
            <a:ext cx="7629525" cy="1898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FontTx/>
              <a:buChar char="•"/>
            </a:pPr>
            <a:r>
              <a:rPr lang="en-US" sz="12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UserManagementService,OrdersManagementService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т.д.</a:t>
            </a:r>
            <a:endParaRPr lang="en-US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repository/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репозитории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бизнес-логикой</a:t>
            </a: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RetrofitInstance.kt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2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</a:t>
            </a: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Navigation/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 приложения</a:t>
            </a:r>
            <a:endParaRPr lang="en-US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218" y="3687646"/>
            <a:ext cx="7937564" cy="17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1600" b="1" dirty="0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</a:t>
            </a:r>
            <a:r>
              <a:rPr lang="ru-RU" sz="1600" b="1" dirty="0" smtClean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endParaRPr lang="en-US" sz="1600" b="1" dirty="0">
              <a:solidFill>
                <a:srgbClr val="0284C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5618" y="3858203"/>
            <a:ext cx="762952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2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передачи данных для 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</a:t>
            </a:r>
            <a:r>
              <a:rPr lang="en-US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SignUpResponce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т.д.</a:t>
            </a:r>
            <a:r>
              <a:rPr lang="en-US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xmlns="" id="{67D790D1-5EA3-41B8-8023-F4024C430340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bg1"/>
                </a:solidFill>
              </a:rPr>
              <a:t>Реальная структура проекта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xmlns="" id="{67D790D1-5EA3-41B8-8023-F4024C430340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bg1"/>
                </a:solidFill>
              </a:rPr>
              <a:t>Используемые библиотеки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815487" y="1405352"/>
            <a:ext cx="7690274" cy="340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Современный стандарт для разработки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Android.</a:t>
            </a: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2 &amp; </a:t>
            </a:r>
            <a:r>
              <a:rPr lang="en-US" sz="1600" b="1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</a:t>
            </a: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ru-RU" sz="16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превращает HTTP API в удобный интерфейс, а </a:t>
            </a:r>
            <a:r>
              <a:rPr lang="ru-RU" sz="16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OkHttp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обеспечивает надежное соединение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Navigation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обеспечивает правильные переходы между экранами.</a:t>
            </a: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Gson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библиотека для преобразования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ответов сервера в ответы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Kotlin.</a:t>
            </a: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3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дизайн.</a:t>
            </a: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r>
              <a:rPr lang="ru-RU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библиотека для работы с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картами и </a:t>
            </a:r>
            <a:r>
              <a:rPr lang="ru-RU" sz="16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геолокацией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 </a:t>
            </a:r>
            <a:r>
              <a:rPr lang="en-US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ru-RU" sz="16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для создания листаемых объектов.</a:t>
            </a:r>
            <a:endParaRPr lang="ru-RU" sz="1600" b="1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>
              <a:lnSpc>
                <a:spcPct val="150000"/>
              </a:lnSpc>
              <a:buFont typeface="+mj-lt"/>
              <a:buAutoNum type="arabicParenR"/>
            </a:pPr>
            <a:endParaRPr lang="ru-RU" sz="160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196" y="3274815"/>
            <a:ext cx="2121102" cy="1384548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89299" y="1438578"/>
            <a:ext cx="2717752" cy="1495792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3928" y="1438578"/>
            <a:ext cx="2421170" cy="1495792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843" y="1438578"/>
            <a:ext cx="3283152" cy="1530395"/>
          </a:xfrm>
          <a:prstGeom prst="roundRect">
            <a:avLst>
              <a:gd name="adj" fmla="val 60257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2211" y="3316188"/>
            <a:ext cx="9154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b="1" dirty="0" smtClean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71550" y="1900982"/>
            <a:ext cx="1765250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46500" y="1504875"/>
            <a:ext cx="16136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ru-RU" sz="1600" b="1" dirty="0" smtClean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и поиск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957212" y="1748868"/>
            <a:ext cx="2379522" cy="99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4"/>
              </a:lnSpc>
            </a:pP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Удобный просмотр всей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обуви.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найти конкретную модель, можно воспользоваться поиском по названию. У каждого товара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отдельная страница с описанием.</a:t>
            </a:r>
            <a:endParaRPr lang="en-US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03481" y="1504875"/>
            <a:ext cx="11668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ru-RU" sz="1600" b="1" dirty="0" smtClean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Избранное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90289" y="1718146"/>
            <a:ext cx="2024189" cy="84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4"/>
              </a:lnSpc>
            </a:pP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Понравившийся товар можно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отложить в отдельный список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избранного нажав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сердечко, чтобы не потерять и купить позже.</a:t>
            </a:r>
            <a:endParaRPr lang="en-US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3196" y="1687711"/>
            <a:ext cx="28724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ru-RU" sz="1600" b="1" dirty="0" smtClean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Регистрации и авторизация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3196" y="1900982"/>
            <a:ext cx="2814182" cy="6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4"/>
              </a:lnSpc>
            </a:pP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может легко зарегистрировать </a:t>
            </a:r>
            <a:r>
              <a:rPr lang="ru-RU" sz="1200" dirty="0" err="1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аккаунт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войти в него и восстановить пароль через почту, если забыл его.</a:t>
            </a:r>
            <a:endParaRPr lang="en-US" sz="1200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24DCE67C-EC50-4902-A973-422297F5E908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solidFill>
                  <a:schemeClr val="bg1"/>
                </a:solidFill>
              </a:rPr>
              <a:t>Основные функции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8" name="Text 1"/>
          <p:cNvSpPr/>
          <p:nvPr/>
        </p:nvSpPr>
        <p:spPr>
          <a:xfrm>
            <a:off x="2736800" y="3316188"/>
            <a:ext cx="3995403" cy="1384548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8"/>
          <p:cNvSpPr/>
          <p:nvPr/>
        </p:nvSpPr>
        <p:spPr>
          <a:xfrm>
            <a:off x="636703" y="3529459"/>
            <a:ext cx="1937595" cy="803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4"/>
              </a:lnSpc>
            </a:pP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 добавлять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корзину, менять их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количество, видеть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итоговую цену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3803084" y="3361952"/>
            <a:ext cx="1957053" cy="400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ru-RU" sz="1600" b="1" dirty="0" smtClean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заказа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1" name="Text 8"/>
          <p:cNvSpPr/>
          <p:nvPr/>
        </p:nvSpPr>
        <p:spPr>
          <a:xfrm>
            <a:off x="3031017" y="3762436"/>
            <a:ext cx="3522911" cy="89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44"/>
              </a:lnSpc>
            </a:pP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заказа происходит после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добавления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товаров в корзину, для оформления необходимо заполнение адреса электронной почты, номера телефона, адреса и номера карты как способ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оплаты.</a:t>
            </a:r>
            <a:endParaRPr lang="en-US" sz="120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6897556" y="3204944"/>
            <a:ext cx="2077542" cy="1495792"/>
          </a:xfrm>
          <a:prstGeom prst="roundRect">
            <a:avLst>
              <a:gd name="adj" fmla="val 52835"/>
            </a:avLst>
          </a:prstGeom>
          <a:solidFill>
            <a:srgbClr val="F1F5F9"/>
          </a:solidFill>
          <a:ln w="19050">
            <a:solidFill>
              <a:srgbClr val="00B0F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5"/>
          <p:cNvSpPr/>
          <p:nvPr/>
        </p:nvSpPr>
        <p:spPr>
          <a:xfrm>
            <a:off x="7425664" y="3274815"/>
            <a:ext cx="1141466" cy="25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ru-RU" sz="1600" b="1" dirty="0" smtClean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3481" y="3442809"/>
            <a:ext cx="17109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кабинет, где пользователь может посмотреть и отредактировать </a:t>
            </a:r>
            <a:r>
              <a:rPr lang="ru-RU" sz="120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данные и фото.</a:t>
            </a:r>
            <a:endParaRPr lang="ru-RU" sz="1200" dirty="0" smtClean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24DCE67C-EC50-4902-A973-422297F5E908}"/>
              </a:ext>
            </a:extLst>
          </p:cNvPr>
          <p:cNvSpPr txBox="1">
            <a:spLocks/>
          </p:cNvSpPr>
          <p:nvPr/>
        </p:nvSpPr>
        <p:spPr>
          <a:xfrm>
            <a:off x="0" y="450849"/>
            <a:ext cx="9144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1026" name="Picture 2" descr="C:\Users\android243\Downloads\Диаграмма вариантов использования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7748" y="1306739"/>
            <a:ext cx="3510314" cy="3523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045" y="1466999"/>
            <a:ext cx="230576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ShoeShop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25757" y="2167979"/>
            <a:ext cx="28924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реализация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0179" y="2792760"/>
            <a:ext cx="30234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Compose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Supabase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51497" y="4826302"/>
            <a:ext cx="16408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разработчиков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2025</a:t>
            </a:r>
            <a:endParaRPr lang="en-US" sz="10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xmlns="" id="{429A3AF3-B8BE-4181-B6DD-9E4EF35D069D}"/>
              </a:ext>
            </a:extLst>
          </p:cNvPr>
          <p:cNvSpPr/>
          <p:nvPr/>
        </p:nvSpPr>
        <p:spPr>
          <a:xfrm>
            <a:off x="2975997" y="3678686"/>
            <a:ext cx="3191855" cy="25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ru-RU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Разработчик: Солоников Антон Сергеевич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97457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553</Words>
  <Application>Microsoft Office PowerPoint</Application>
  <PresentationFormat>Экран (16:9)</PresentationFormat>
  <Paragraphs>78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android243</cp:lastModifiedBy>
  <cp:revision>32</cp:revision>
  <dcterms:created xsi:type="dcterms:W3CDTF">2025-12-19T20:07:53Z</dcterms:created>
  <dcterms:modified xsi:type="dcterms:W3CDTF">2025-12-20T07:23:12Z</dcterms:modified>
</cp:coreProperties>
</file>